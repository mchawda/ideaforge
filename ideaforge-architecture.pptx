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01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</a:t>
            </a:r>
            <a:r>
              <a:rPr lang="en-US" sz="2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</a:t>
            </a:r>
            <a:r>
              <a:rPr lang="en-US" sz="9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●</a:t>
            </a: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Platform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pipeline, idea in, monetized SaaS 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06240" y="2926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QUEUED → RESEARCHING → APPROVAL → BUILDING → </a:t>
            </a:r>
            <a:r>
              <a:rPr lang="en-US" sz="850" kern="0" spc="8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111117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710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approves strategy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18488"/>
            <a:ext cx="30175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118872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11117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271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operator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1719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apps/web · Vercel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618488"/>
            <a:ext cx="30175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4760" y="118872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11117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271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orchestrator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50208" y="1719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· resume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44568" y="2057400"/>
            <a:ext cx="0" cy="30175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94760" y="237744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1A1A28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24505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session store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50208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· audit 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618488"/>
            <a:ext cx="30175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23560" y="1005840"/>
            <a:ext cx="1645920" cy="3108960"/>
          </a:xfrm>
          <a:prstGeom prst="roundRect">
            <a:avLst>
              <a:gd name="adj" fmla="val 3333"/>
            </a:avLst>
          </a:prstGeom>
          <a:solidFill>
            <a:srgbClr val="111117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1097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pipeline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1517904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146304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88823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8333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258568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22037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checkpoint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262890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5740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99923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29443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336956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33147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3739896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36850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9480" y="2560320"/>
            <a:ext cx="210312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98080" y="1005840"/>
            <a:ext cx="1280160" cy="3108960"/>
          </a:xfrm>
          <a:prstGeom prst="roundRect">
            <a:avLst>
              <a:gd name="adj" fmla="val 4286"/>
            </a:avLst>
          </a:prstGeom>
          <a:solidFill>
            <a:srgbClr val="111117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44384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662672" y="1522476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2" name="Text 40"/>
          <p:cNvSpPr/>
          <p:nvPr/>
        </p:nvSpPr>
        <p:spPr>
          <a:xfrm>
            <a:off x="7818120" y="1463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 search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62672" y="1892808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18333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IdeaBrowser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62672" y="2263140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6" name="Text 44"/>
          <p:cNvSpPr/>
          <p:nvPr/>
        </p:nvSpPr>
        <p:spPr>
          <a:xfrm>
            <a:off x="7818120" y="2203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gateway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62672" y="2633472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8" name="Text 46"/>
          <p:cNvSpPr/>
          <p:nvPr/>
        </p:nvSpPr>
        <p:spPr>
          <a:xfrm>
            <a:off x="7818120" y="25740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aura.build · v0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62672" y="3003804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0" name="Text 48"/>
          <p:cNvSpPr/>
          <p:nvPr/>
        </p:nvSpPr>
        <p:spPr>
          <a:xfrm>
            <a:off x="7818120" y="2944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62672" y="3374136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2" name="Text 50"/>
          <p:cNvSpPr/>
          <p:nvPr/>
        </p:nvSpPr>
        <p:spPr>
          <a:xfrm>
            <a:off x="7818120" y="33147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62672" y="3744468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4" name="Text 52"/>
          <p:cNvSpPr/>
          <p:nvPr/>
        </p:nvSpPr>
        <p:spPr>
          <a:xfrm>
            <a:off x="7818120" y="36850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46520" y="4114800"/>
            <a:ext cx="0" cy="301752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11480" y="4434840"/>
            <a:ext cx="6858000" cy="502920"/>
          </a:xfrm>
          <a:prstGeom prst="roundRect">
            <a:avLst>
              <a:gd name="adj" fmla="val 10909"/>
            </a:avLst>
          </a:prstGeom>
          <a:solidFill>
            <a:srgbClr val="1A1A28"/>
          </a:solidFill>
          <a:ln w="6350">
            <a:solidFill>
              <a:srgbClr val="2D2D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46360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8" name="Text 56"/>
          <p:cNvSpPr/>
          <p:nvPr/>
        </p:nvSpPr>
        <p:spPr>
          <a:xfrm>
            <a:off x="804672" y="4544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customer → live product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246120" y="4562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per-session Vercel deploy · Stripe checkout wired into CTAs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46520" y="454456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D4A3A"/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4544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Live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498080" y="4590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ideaforge · superai —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95</Words>
  <Application>Microsoft Macintosh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Inter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IdeaForge platform architecture</dc:title>
  <dc:subject>PptxGenJS Presentation</dc:subject>
  <dc:creator>IdeaForge</dc:creator>
  <cp:lastModifiedBy>Manish</cp:lastModifiedBy>
  <cp:revision>2</cp:revision>
  <dcterms:created xsi:type="dcterms:W3CDTF">2026-06-10T10:39:10Z</dcterms:created>
  <dcterms:modified xsi:type="dcterms:W3CDTF">2026-06-10T11:18:33Z</dcterms:modified>
</cp:coreProperties>
</file>